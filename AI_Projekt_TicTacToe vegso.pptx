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161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931A36-20C7-4E66-967B-A3B48CCDC3AD}" type="datetimeFigureOut">
              <a:rPr lang="hu-HU" smtClean="0"/>
              <a:t>2025. 11. 20.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1689B0-FA38-4F93-8E77-05F1BB1C7F8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08202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1689B0-FA38-4F93-8E77-05F1BB1C7F89}" type="slidenum">
              <a:rPr lang="hu-HU" smtClean="0"/>
              <a:t>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29887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4522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75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4888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089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2235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93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878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3801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779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571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87011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55376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0423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86457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13044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04115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7163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681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AI </a:t>
            </a:r>
            <a:r>
              <a:rPr u="sng" dirty="0" err="1"/>
              <a:t>Projekt</a:t>
            </a:r>
            <a:r>
              <a:rPr u="sng" dirty="0"/>
              <a:t> – Tic-Tac-Toe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Konzolos</a:t>
            </a:r>
            <a:r>
              <a:rPr dirty="0"/>
              <a:t> </a:t>
            </a:r>
            <a:r>
              <a:rPr dirty="0" err="1"/>
              <a:t>játék</a:t>
            </a:r>
            <a:r>
              <a:rPr dirty="0"/>
              <a:t> C# </a:t>
            </a:r>
            <a:r>
              <a:rPr dirty="0" err="1"/>
              <a:t>nyelven</a:t>
            </a:r>
            <a:endParaRPr dirty="0"/>
          </a:p>
          <a:p>
            <a:r>
              <a:rPr b="1" dirty="0" err="1"/>
              <a:t>Készítette</a:t>
            </a:r>
            <a:r>
              <a:rPr b="1" dirty="0"/>
              <a:t>:</a:t>
            </a:r>
            <a:r>
              <a:rPr dirty="0"/>
              <a:t> </a:t>
            </a:r>
            <a:r>
              <a:rPr dirty="0" err="1"/>
              <a:t>Rosta</a:t>
            </a:r>
            <a:r>
              <a:rPr dirty="0"/>
              <a:t> László, Kovács Richárd, </a:t>
            </a:r>
            <a:r>
              <a:rPr dirty="0" err="1"/>
              <a:t>Szalka</a:t>
            </a:r>
            <a:r>
              <a:rPr dirty="0"/>
              <a:t> László </a:t>
            </a:r>
            <a:r>
              <a:rPr dirty="0" err="1"/>
              <a:t>György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 err="1"/>
              <a:t>Bevezetés</a:t>
            </a:r>
            <a:endParaRPr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 err="1"/>
              <a:t>Feladat</a:t>
            </a:r>
            <a:r>
              <a:rPr b="1" dirty="0"/>
              <a:t>:</a:t>
            </a:r>
          </a:p>
          <a:p>
            <a:r>
              <a:rPr dirty="0"/>
              <a:t>- </a:t>
            </a:r>
            <a:r>
              <a:rPr dirty="0" err="1"/>
              <a:t>Konzolos</a:t>
            </a:r>
            <a:r>
              <a:rPr dirty="0"/>
              <a:t> Tic-Tac-Toe </a:t>
            </a:r>
            <a:r>
              <a:rPr dirty="0" err="1"/>
              <a:t>játék</a:t>
            </a:r>
            <a:r>
              <a:rPr dirty="0"/>
              <a:t> </a:t>
            </a:r>
            <a:r>
              <a:rPr dirty="0" err="1"/>
              <a:t>készítése</a:t>
            </a:r>
            <a:r>
              <a:rPr dirty="0"/>
              <a:t> C#-ban</a:t>
            </a:r>
          </a:p>
          <a:p>
            <a:r>
              <a:rPr dirty="0"/>
              <a:t>- </a:t>
            </a:r>
            <a:r>
              <a:rPr dirty="0" err="1"/>
              <a:t>Két</a:t>
            </a:r>
            <a:r>
              <a:rPr dirty="0"/>
              <a:t> </a:t>
            </a:r>
            <a:r>
              <a:rPr dirty="0" err="1"/>
              <a:t>játékmód</a:t>
            </a:r>
            <a:r>
              <a:rPr dirty="0"/>
              <a:t>: </a:t>
            </a:r>
            <a:r>
              <a:rPr dirty="0" err="1"/>
              <a:t>Két</a:t>
            </a:r>
            <a:r>
              <a:rPr dirty="0"/>
              <a:t> </a:t>
            </a:r>
            <a:r>
              <a:rPr dirty="0" err="1"/>
              <a:t>játékos</a:t>
            </a:r>
            <a:r>
              <a:rPr dirty="0"/>
              <a:t> / </a:t>
            </a:r>
            <a:r>
              <a:rPr dirty="0" err="1"/>
              <a:t>Játékos</a:t>
            </a:r>
            <a:r>
              <a:rPr dirty="0"/>
              <a:t> vs. AI (Minimax </a:t>
            </a:r>
            <a:r>
              <a:rPr dirty="0" err="1"/>
              <a:t>algoritmus</a:t>
            </a:r>
            <a:r>
              <a:rPr dirty="0"/>
              <a:t>)</a:t>
            </a:r>
          </a:p>
          <a:p>
            <a:r>
              <a:rPr dirty="0"/>
              <a:t>- </a:t>
            </a:r>
            <a:r>
              <a:rPr dirty="0" err="1"/>
              <a:t>Cél</a:t>
            </a:r>
            <a:r>
              <a:rPr dirty="0"/>
              <a:t>: C# </a:t>
            </a:r>
            <a:r>
              <a:rPr dirty="0" err="1"/>
              <a:t>nyelv</a:t>
            </a:r>
            <a:r>
              <a:rPr dirty="0"/>
              <a:t>, </a:t>
            </a:r>
            <a:r>
              <a:rPr dirty="0" err="1"/>
              <a:t>logikai</a:t>
            </a:r>
            <a:r>
              <a:rPr dirty="0"/>
              <a:t> </a:t>
            </a:r>
            <a:r>
              <a:rPr dirty="0" err="1"/>
              <a:t>gondolkodás</a:t>
            </a:r>
            <a:r>
              <a:rPr dirty="0"/>
              <a:t> </a:t>
            </a:r>
            <a:r>
              <a:rPr dirty="0" err="1"/>
              <a:t>és</a:t>
            </a:r>
            <a:r>
              <a:rPr dirty="0"/>
              <a:t> AI </a:t>
            </a:r>
            <a:r>
              <a:rPr dirty="0" err="1"/>
              <a:t>alapjainak</a:t>
            </a:r>
            <a:r>
              <a:rPr dirty="0"/>
              <a:t> </a:t>
            </a:r>
            <a:r>
              <a:rPr dirty="0" err="1"/>
              <a:t>gyakorlása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 err="1"/>
              <a:t>Felhasznált</a:t>
            </a:r>
            <a:r>
              <a:rPr u="sng" dirty="0"/>
              <a:t> </a:t>
            </a:r>
            <a:r>
              <a:rPr u="sng" dirty="0" err="1"/>
              <a:t>ismeretek</a:t>
            </a:r>
            <a:endParaRPr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- </a:t>
            </a:r>
            <a:r>
              <a:rPr b="1" dirty="0"/>
              <a:t>C# </a:t>
            </a:r>
            <a:r>
              <a:rPr b="1" dirty="0" err="1"/>
              <a:t>programozás</a:t>
            </a:r>
            <a:r>
              <a:rPr dirty="0"/>
              <a:t>: </a:t>
            </a:r>
            <a:r>
              <a:rPr dirty="0" err="1"/>
              <a:t>változók</a:t>
            </a:r>
            <a:r>
              <a:rPr dirty="0"/>
              <a:t>, </a:t>
            </a:r>
            <a:r>
              <a:rPr dirty="0" err="1"/>
              <a:t>ciklusok</a:t>
            </a:r>
            <a:r>
              <a:rPr dirty="0"/>
              <a:t>, </a:t>
            </a:r>
            <a:r>
              <a:rPr dirty="0" err="1"/>
              <a:t>feltételek</a:t>
            </a:r>
            <a:r>
              <a:rPr dirty="0"/>
              <a:t>, </a:t>
            </a:r>
            <a:r>
              <a:rPr dirty="0" err="1"/>
              <a:t>függvények</a:t>
            </a:r>
            <a:endParaRPr dirty="0"/>
          </a:p>
          <a:p>
            <a:r>
              <a:rPr dirty="0"/>
              <a:t>- </a:t>
            </a:r>
            <a:r>
              <a:rPr b="1" dirty="0" err="1"/>
              <a:t>Algoritmusok</a:t>
            </a:r>
            <a:r>
              <a:rPr b="1" dirty="0"/>
              <a:t> </a:t>
            </a:r>
            <a:r>
              <a:rPr b="1" dirty="0" err="1"/>
              <a:t>és</a:t>
            </a:r>
            <a:r>
              <a:rPr b="1" dirty="0"/>
              <a:t> AI </a:t>
            </a:r>
            <a:r>
              <a:rPr b="1" dirty="0" err="1"/>
              <a:t>alapok</a:t>
            </a:r>
            <a:r>
              <a:rPr b="1" dirty="0"/>
              <a:t>: </a:t>
            </a:r>
            <a:r>
              <a:rPr dirty="0"/>
              <a:t>Minimax</a:t>
            </a:r>
          </a:p>
          <a:p>
            <a:r>
              <a:rPr dirty="0"/>
              <a:t>- </a:t>
            </a:r>
            <a:r>
              <a:rPr b="1" dirty="0" err="1"/>
              <a:t>Konzolos</a:t>
            </a:r>
            <a:r>
              <a:rPr b="1" dirty="0"/>
              <a:t> I/O</a:t>
            </a:r>
            <a:r>
              <a:rPr dirty="0"/>
              <a:t>: </a:t>
            </a:r>
            <a:r>
              <a:rPr dirty="0" err="1"/>
              <a:t>Console.ReadLine</a:t>
            </a:r>
            <a:r>
              <a:rPr dirty="0"/>
              <a:t>(), </a:t>
            </a:r>
            <a:r>
              <a:rPr dirty="0" err="1"/>
              <a:t>Console.WriteLine</a:t>
            </a:r>
            <a:r>
              <a:rPr dirty="0"/>
              <a:t>()</a:t>
            </a:r>
          </a:p>
          <a:p>
            <a:r>
              <a:rPr dirty="0"/>
              <a:t>- </a:t>
            </a:r>
            <a:r>
              <a:rPr dirty="0" err="1"/>
              <a:t>Tömbök</a:t>
            </a:r>
            <a:r>
              <a:rPr dirty="0"/>
              <a:t> a </a:t>
            </a:r>
            <a:r>
              <a:rPr dirty="0" err="1"/>
              <a:t>játéktábla</a:t>
            </a:r>
            <a:r>
              <a:rPr dirty="0"/>
              <a:t> </a:t>
            </a:r>
            <a:r>
              <a:rPr dirty="0" err="1"/>
              <a:t>tárolásához</a:t>
            </a:r>
            <a:endParaRPr dirty="0"/>
          </a:p>
          <a:p>
            <a:r>
              <a:rPr dirty="0"/>
              <a:t>- </a:t>
            </a:r>
            <a:r>
              <a:rPr b="1" dirty="0" err="1"/>
              <a:t>Logikai</a:t>
            </a:r>
            <a:r>
              <a:rPr b="1" dirty="0"/>
              <a:t> </a:t>
            </a:r>
            <a:r>
              <a:rPr b="1" dirty="0" err="1"/>
              <a:t>vizsgálatok</a:t>
            </a:r>
            <a:r>
              <a:rPr dirty="0"/>
              <a:t>: </a:t>
            </a:r>
            <a:r>
              <a:rPr dirty="0" err="1"/>
              <a:t>győzelem</a:t>
            </a:r>
            <a:r>
              <a:rPr dirty="0"/>
              <a:t> </a:t>
            </a:r>
            <a:r>
              <a:rPr dirty="0" err="1"/>
              <a:t>és</a:t>
            </a:r>
            <a:r>
              <a:rPr dirty="0"/>
              <a:t> </a:t>
            </a:r>
            <a:r>
              <a:rPr dirty="0" err="1"/>
              <a:t>döntetlen</a:t>
            </a:r>
            <a:r>
              <a:rPr dirty="0"/>
              <a:t> </a:t>
            </a:r>
            <a:r>
              <a:rPr dirty="0" err="1"/>
              <a:t>ellenőrzése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 err="1"/>
              <a:t>Használt</a:t>
            </a:r>
            <a:r>
              <a:rPr u="sng" dirty="0"/>
              <a:t> </a:t>
            </a:r>
            <a:r>
              <a:rPr u="sng" dirty="0" err="1"/>
              <a:t>programok</a:t>
            </a:r>
            <a:endParaRPr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</a:t>
            </a:r>
            <a:r>
              <a:rPr b="1" dirty="0"/>
              <a:t>Visual Studio Code </a:t>
            </a:r>
            <a:r>
              <a:rPr dirty="0"/>
              <a:t>– </a:t>
            </a:r>
            <a:r>
              <a:rPr dirty="0" err="1"/>
              <a:t>kód</a:t>
            </a:r>
            <a:r>
              <a:rPr dirty="0"/>
              <a:t> </a:t>
            </a:r>
            <a:r>
              <a:rPr dirty="0" err="1"/>
              <a:t>írásához</a:t>
            </a:r>
            <a:endParaRPr dirty="0"/>
          </a:p>
          <a:p>
            <a:r>
              <a:rPr dirty="0"/>
              <a:t>- </a:t>
            </a:r>
            <a:r>
              <a:rPr b="1" dirty="0"/>
              <a:t>.NET SDK </a:t>
            </a:r>
            <a:r>
              <a:rPr dirty="0"/>
              <a:t>– </a:t>
            </a:r>
            <a:r>
              <a:rPr dirty="0" err="1"/>
              <a:t>futtatáshoz</a:t>
            </a:r>
            <a:endParaRPr dirty="0"/>
          </a:p>
          <a:p>
            <a:r>
              <a:rPr dirty="0"/>
              <a:t>- </a:t>
            </a:r>
            <a:r>
              <a:rPr b="1" dirty="0" err="1"/>
              <a:t>ChatGPT</a:t>
            </a:r>
            <a:r>
              <a:rPr dirty="0"/>
              <a:t> – </a:t>
            </a:r>
            <a:r>
              <a:rPr dirty="0" err="1"/>
              <a:t>ötletek</a:t>
            </a:r>
            <a:r>
              <a:rPr dirty="0"/>
              <a:t> </a:t>
            </a:r>
            <a:r>
              <a:rPr dirty="0" err="1"/>
              <a:t>és</a:t>
            </a:r>
            <a:r>
              <a:rPr dirty="0"/>
              <a:t> </a:t>
            </a:r>
            <a:r>
              <a:rPr dirty="0" err="1"/>
              <a:t>hibajavítás</a:t>
            </a:r>
            <a:endParaRPr dirty="0"/>
          </a:p>
          <a:p>
            <a:r>
              <a:rPr dirty="0"/>
              <a:t>- </a:t>
            </a:r>
            <a:r>
              <a:rPr b="1" dirty="0" err="1"/>
              <a:t>Konzol</a:t>
            </a:r>
            <a:r>
              <a:rPr dirty="0"/>
              <a:t> – a </a:t>
            </a:r>
            <a:r>
              <a:rPr dirty="0" err="1"/>
              <a:t>játék</a:t>
            </a:r>
            <a:r>
              <a:rPr dirty="0"/>
              <a:t> </a:t>
            </a:r>
            <a:r>
              <a:rPr dirty="0" err="1"/>
              <a:t>elindításához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 err="1"/>
              <a:t>Felhasználói</a:t>
            </a:r>
            <a:r>
              <a:rPr u="sng" dirty="0"/>
              <a:t> </a:t>
            </a:r>
            <a:r>
              <a:rPr u="sng" dirty="0" err="1"/>
              <a:t>útmutató</a:t>
            </a:r>
            <a:endParaRPr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b="1" dirty="0" err="1"/>
              <a:t>Rendszerkövetelmény</a:t>
            </a:r>
            <a:r>
              <a:rPr b="1" dirty="0"/>
              <a:t>:</a:t>
            </a:r>
          </a:p>
          <a:p>
            <a:r>
              <a:rPr dirty="0"/>
              <a:t>- </a:t>
            </a:r>
            <a:r>
              <a:rPr b="1" dirty="0" err="1"/>
              <a:t>Hardver</a:t>
            </a:r>
            <a:r>
              <a:rPr dirty="0"/>
              <a:t>: </a:t>
            </a:r>
            <a:r>
              <a:rPr dirty="0" err="1"/>
              <a:t>legalább</a:t>
            </a:r>
            <a:r>
              <a:rPr dirty="0"/>
              <a:t> 2 GB RAM, 2 </a:t>
            </a:r>
            <a:r>
              <a:rPr dirty="0" err="1"/>
              <a:t>magos</a:t>
            </a:r>
            <a:r>
              <a:rPr dirty="0"/>
              <a:t> CPU, </a:t>
            </a:r>
            <a:r>
              <a:rPr dirty="0" err="1"/>
              <a:t>billentyűzet</a:t>
            </a:r>
            <a:endParaRPr dirty="0"/>
          </a:p>
          <a:p>
            <a:r>
              <a:rPr dirty="0"/>
              <a:t>- </a:t>
            </a:r>
            <a:r>
              <a:rPr b="1" dirty="0" err="1"/>
              <a:t>Programok</a:t>
            </a:r>
            <a:r>
              <a:rPr dirty="0"/>
              <a:t>: Windows/Linux/macOS, .NET 6.0+</a:t>
            </a:r>
          </a:p>
          <a:p>
            <a:endParaRPr dirty="0"/>
          </a:p>
          <a:p>
            <a:r>
              <a:rPr b="1" dirty="0" err="1"/>
              <a:t>Telepítés</a:t>
            </a:r>
            <a:r>
              <a:rPr dirty="0"/>
              <a:t>:</a:t>
            </a:r>
          </a:p>
          <a:p>
            <a:r>
              <a:rPr dirty="0"/>
              <a:t>1. </a:t>
            </a:r>
            <a:r>
              <a:rPr dirty="0" err="1"/>
              <a:t>Letöltés</a:t>
            </a:r>
            <a:r>
              <a:rPr dirty="0"/>
              <a:t> .cs </a:t>
            </a:r>
            <a:r>
              <a:rPr dirty="0" err="1"/>
              <a:t>fájl</a:t>
            </a:r>
            <a:r>
              <a:rPr dirty="0"/>
              <a:t> </a:t>
            </a:r>
            <a:r>
              <a:rPr dirty="0" err="1"/>
              <a:t>formátumban</a:t>
            </a:r>
            <a:endParaRPr dirty="0"/>
          </a:p>
          <a:p>
            <a:r>
              <a:rPr dirty="0"/>
              <a:t>2. </a:t>
            </a:r>
            <a:r>
              <a:rPr dirty="0" err="1"/>
              <a:t>Megnyitás</a:t>
            </a:r>
            <a:r>
              <a:rPr dirty="0"/>
              <a:t> Visual Studio Code-ban </a:t>
            </a:r>
            <a:r>
              <a:rPr dirty="0" err="1"/>
              <a:t>vagy</a:t>
            </a:r>
            <a:r>
              <a:rPr dirty="0"/>
              <a:t> Visual Studio-ban</a:t>
            </a:r>
          </a:p>
          <a:p>
            <a:r>
              <a:rPr dirty="0"/>
              <a:t>3. </a:t>
            </a:r>
            <a:r>
              <a:rPr dirty="0" err="1"/>
              <a:t>Futtatás</a:t>
            </a:r>
            <a:r>
              <a:rPr dirty="0"/>
              <a:t> F5-tel </a:t>
            </a:r>
            <a:r>
              <a:rPr dirty="0" err="1"/>
              <a:t>vagy</a:t>
            </a:r>
            <a:r>
              <a:rPr dirty="0"/>
              <a:t> 'dotnet run' </a:t>
            </a:r>
            <a:r>
              <a:rPr dirty="0" err="1"/>
              <a:t>parancssal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 err="1"/>
              <a:t>Játék</a:t>
            </a:r>
            <a:r>
              <a:rPr u="sng" dirty="0"/>
              <a:t> </a:t>
            </a:r>
            <a:r>
              <a:rPr u="sng" dirty="0" err="1"/>
              <a:t>használata</a:t>
            </a:r>
            <a:endParaRPr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Válassz játékmódot (1: két játékos, 2: AI)</a:t>
            </a:r>
          </a:p>
          <a:p>
            <a:r>
              <a:t>- AI módban döntsd el, ki kezdjen</a:t>
            </a:r>
          </a:p>
          <a:p>
            <a:r>
              <a:t>- Mezők 1–9 számozással</a:t>
            </a:r>
          </a:p>
          <a:p>
            <a:r>
              <a:t>- Írd be a mező számát a lépéshez</a:t>
            </a:r>
          </a:p>
          <a:p>
            <a:r>
              <a:t>- A játék véget ér: győzelem vagy döntetlen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 err="1"/>
              <a:t>Fejlesztői</a:t>
            </a:r>
            <a:r>
              <a:rPr u="sng" dirty="0"/>
              <a:t> </a:t>
            </a:r>
            <a:r>
              <a:rPr u="sng" dirty="0" err="1"/>
              <a:t>rész</a:t>
            </a:r>
            <a:endParaRPr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b="1" dirty="0" err="1"/>
              <a:t>Eszközök</a:t>
            </a:r>
            <a:r>
              <a:rPr dirty="0"/>
              <a:t>:</a:t>
            </a:r>
          </a:p>
          <a:p>
            <a:r>
              <a:rPr dirty="0"/>
              <a:t>- Visual Studio Code, .NET SDK, </a:t>
            </a:r>
            <a:r>
              <a:rPr dirty="0" err="1"/>
              <a:t>ChatGPT</a:t>
            </a:r>
            <a:r>
              <a:rPr dirty="0"/>
              <a:t>, </a:t>
            </a:r>
            <a:r>
              <a:rPr dirty="0" err="1"/>
              <a:t>konzol</a:t>
            </a:r>
            <a:endParaRPr dirty="0"/>
          </a:p>
          <a:p>
            <a:endParaRPr dirty="0"/>
          </a:p>
          <a:p>
            <a:r>
              <a:rPr b="1" dirty="0"/>
              <a:t>Program </a:t>
            </a:r>
            <a:r>
              <a:rPr b="1" dirty="0" err="1"/>
              <a:t>felépítése</a:t>
            </a:r>
            <a:r>
              <a:rPr dirty="0"/>
              <a:t>:</a:t>
            </a:r>
          </a:p>
          <a:p>
            <a:r>
              <a:rPr dirty="0"/>
              <a:t>- 9 </a:t>
            </a:r>
            <a:r>
              <a:rPr dirty="0" err="1"/>
              <a:t>elemű</a:t>
            </a:r>
            <a:r>
              <a:rPr dirty="0"/>
              <a:t> </a:t>
            </a:r>
            <a:r>
              <a:rPr dirty="0" err="1"/>
              <a:t>karaktertömb</a:t>
            </a:r>
            <a:r>
              <a:rPr dirty="0"/>
              <a:t> a </a:t>
            </a:r>
            <a:r>
              <a:rPr dirty="0" err="1"/>
              <a:t>tábla</a:t>
            </a:r>
            <a:endParaRPr dirty="0"/>
          </a:p>
          <a:p>
            <a:r>
              <a:rPr dirty="0"/>
              <a:t>- </a:t>
            </a:r>
            <a:r>
              <a:rPr dirty="0" err="1"/>
              <a:t>Két</a:t>
            </a:r>
            <a:r>
              <a:rPr dirty="0"/>
              <a:t> </a:t>
            </a:r>
            <a:r>
              <a:rPr dirty="0" err="1"/>
              <a:t>ági</a:t>
            </a:r>
            <a:r>
              <a:rPr dirty="0"/>
              <a:t> </a:t>
            </a:r>
            <a:r>
              <a:rPr dirty="0" err="1"/>
              <a:t>futás</a:t>
            </a:r>
            <a:r>
              <a:rPr dirty="0"/>
              <a:t>: </a:t>
            </a:r>
            <a:r>
              <a:rPr dirty="0" err="1"/>
              <a:t>PlayTwoPlayers</a:t>
            </a:r>
            <a:r>
              <a:rPr dirty="0"/>
              <a:t>() </a:t>
            </a:r>
            <a:r>
              <a:rPr dirty="0" err="1"/>
              <a:t>és</a:t>
            </a:r>
            <a:r>
              <a:rPr dirty="0"/>
              <a:t> </a:t>
            </a:r>
            <a:r>
              <a:rPr dirty="0" err="1"/>
              <a:t>PlayVsComputer</a:t>
            </a:r>
            <a:r>
              <a:rPr dirty="0"/>
              <a:t>()</a:t>
            </a:r>
          </a:p>
          <a:p>
            <a:r>
              <a:rPr dirty="0"/>
              <a:t>- Minimax </a:t>
            </a:r>
            <a:r>
              <a:rPr dirty="0" err="1"/>
              <a:t>algoritmus</a:t>
            </a:r>
            <a:r>
              <a:rPr dirty="0"/>
              <a:t> a </a:t>
            </a:r>
            <a:r>
              <a:rPr dirty="0" err="1"/>
              <a:t>legjobb</a:t>
            </a:r>
            <a:r>
              <a:rPr dirty="0"/>
              <a:t> AI-</a:t>
            </a:r>
            <a:r>
              <a:rPr dirty="0" err="1"/>
              <a:t>lépés</a:t>
            </a:r>
            <a:r>
              <a:rPr dirty="0"/>
              <a:t> </a:t>
            </a:r>
            <a:r>
              <a:rPr dirty="0" err="1"/>
              <a:t>kiválasztására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 err="1"/>
              <a:t>Tesztelés</a:t>
            </a:r>
            <a:endParaRPr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Különböző győzelmi helyzetek</a:t>
            </a:r>
          </a:p>
          <a:p>
            <a:r>
              <a:t>- AI blokkolja a játékost</a:t>
            </a:r>
          </a:p>
          <a:p>
            <a:r>
              <a:t>- Hibás bemenetek ellenőrzése</a:t>
            </a:r>
          </a:p>
          <a:p>
            <a:r>
              <a:t>- Minden tesztelt helyzet megfelelően működött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 err="1"/>
              <a:t>Összefoglalás</a:t>
            </a:r>
            <a:endParaRPr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b="1" dirty="0" err="1"/>
              <a:t>Tanultunk</a:t>
            </a:r>
            <a:r>
              <a:rPr dirty="0"/>
              <a:t>:</a:t>
            </a:r>
          </a:p>
          <a:p>
            <a:r>
              <a:rPr dirty="0"/>
              <a:t>- Minimax </a:t>
            </a:r>
            <a:r>
              <a:rPr dirty="0" err="1"/>
              <a:t>algoritmus</a:t>
            </a:r>
            <a:r>
              <a:rPr dirty="0"/>
              <a:t> </a:t>
            </a:r>
            <a:r>
              <a:rPr dirty="0" err="1"/>
              <a:t>működése</a:t>
            </a:r>
            <a:endParaRPr dirty="0"/>
          </a:p>
          <a:p>
            <a:r>
              <a:rPr dirty="0"/>
              <a:t>- </a:t>
            </a:r>
            <a:r>
              <a:rPr dirty="0" err="1"/>
              <a:t>Rekurzió</a:t>
            </a:r>
            <a:r>
              <a:rPr dirty="0"/>
              <a:t> a </a:t>
            </a:r>
            <a:r>
              <a:rPr dirty="0" err="1"/>
              <a:t>döntéshozatalban</a:t>
            </a:r>
            <a:endParaRPr dirty="0"/>
          </a:p>
          <a:p>
            <a:r>
              <a:rPr dirty="0"/>
              <a:t>- </a:t>
            </a:r>
            <a:r>
              <a:rPr dirty="0" err="1"/>
              <a:t>Konzolos</a:t>
            </a:r>
            <a:r>
              <a:rPr dirty="0"/>
              <a:t> </a:t>
            </a:r>
            <a:r>
              <a:rPr dirty="0" err="1"/>
              <a:t>játék</a:t>
            </a:r>
            <a:r>
              <a:rPr dirty="0"/>
              <a:t> </a:t>
            </a:r>
            <a:r>
              <a:rPr dirty="0" err="1"/>
              <a:t>készítése</a:t>
            </a:r>
            <a:r>
              <a:rPr dirty="0"/>
              <a:t> C#-ban</a:t>
            </a:r>
          </a:p>
          <a:p>
            <a:endParaRPr dirty="0"/>
          </a:p>
          <a:p>
            <a:r>
              <a:rPr b="1" dirty="0" err="1"/>
              <a:t>Fejleszthető</a:t>
            </a:r>
            <a:r>
              <a:rPr dirty="0"/>
              <a:t>:</a:t>
            </a:r>
          </a:p>
          <a:p>
            <a:r>
              <a:rPr dirty="0"/>
              <a:t>- </a:t>
            </a:r>
            <a:r>
              <a:rPr dirty="0" err="1"/>
              <a:t>Nehézségi</a:t>
            </a:r>
            <a:r>
              <a:rPr dirty="0"/>
              <a:t> </a:t>
            </a:r>
            <a:r>
              <a:rPr dirty="0" err="1"/>
              <a:t>szintek</a:t>
            </a:r>
            <a:endParaRPr dirty="0"/>
          </a:p>
          <a:p>
            <a:r>
              <a:rPr dirty="0"/>
              <a:t>- </a:t>
            </a:r>
            <a:r>
              <a:rPr dirty="0" err="1"/>
              <a:t>Grafikus</a:t>
            </a:r>
            <a:r>
              <a:rPr dirty="0"/>
              <a:t> </a:t>
            </a:r>
            <a:r>
              <a:rPr dirty="0" err="1"/>
              <a:t>felület</a:t>
            </a:r>
            <a:endParaRPr dirty="0"/>
          </a:p>
          <a:p>
            <a:r>
              <a:rPr dirty="0"/>
              <a:t>- </a:t>
            </a:r>
            <a:r>
              <a:rPr dirty="0" err="1"/>
              <a:t>Pontszámláló</a:t>
            </a:r>
            <a:endParaRPr dirty="0"/>
          </a:p>
          <a:p>
            <a:r>
              <a:rPr dirty="0"/>
              <a:t>- </a:t>
            </a:r>
            <a:r>
              <a:rPr dirty="0" err="1"/>
              <a:t>Több</a:t>
            </a:r>
            <a:r>
              <a:rPr dirty="0"/>
              <a:t> </a:t>
            </a:r>
            <a:r>
              <a:rPr dirty="0" err="1"/>
              <a:t>táblaméret</a:t>
            </a:r>
            <a:r>
              <a:rPr dirty="0"/>
              <a:t> (pl. 4x4, 5x5)</a:t>
            </a:r>
          </a:p>
          <a:p>
            <a:r>
              <a:rPr dirty="0"/>
              <a:t>- Hang- </a:t>
            </a:r>
            <a:r>
              <a:rPr dirty="0" err="1"/>
              <a:t>és</a:t>
            </a:r>
            <a:r>
              <a:rPr dirty="0"/>
              <a:t> </a:t>
            </a:r>
            <a:r>
              <a:rPr dirty="0" err="1"/>
              <a:t>vizuális</a:t>
            </a:r>
            <a:r>
              <a:rPr dirty="0"/>
              <a:t> </a:t>
            </a:r>
            <a:r>
              <a:rPr dirty="0" err="1"/>
              <a:t>effektek</a:t>
            </a: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kus">
  <a:themeElements>
    <a:clrScheme name="Organikus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kus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kus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20</TotalTime>
  <Words>341</Words>
  <Application>Microsoft Office PowerPoint</Application>
  <PresentationFormat>Diavetítés a képernyőre (4:3 oldalarány)</PresentationFormat>
  <Paragraphs>60</Paragraphs>
  <Slides>9</Slides>
  <Notes>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9</vt:i4>
      </vt:variant>
    </vt:vector>
  </HeadingPairs>
  <TitlesOfParts>
    <vt:vector size="13" baseType="lpstr">
      <vt:lpstr>Arial</vt:lpstr>
      <vt:lpstr>Calibri</vt:lpstr>
      <vt:lpstr>Garamond</vt:lpstr>
      <vt:lpstr>Organikus</vt:lpstr>
      <vt:lpstr>AI Projekt – Tic-Tac-Toe</vt:lpstr>
      <vt:lpstr>Bevezetés</vt:lpstr>
      <vt:lpstr>Felhasznált ismeretek</vt:lpstr>
      <vt:lpstr>Használt programok</vt:lpstr>
      <vt:lpstr>Felhasználói útmutató</vt:lpstr>
      <vt:lpstr>Játék használata</vt:lpstr>
      <vt:lpstr>Fejlesztői rész</vt:lpstr>
      <vt:lpstr>Tesztelés</vt:lpstr>
      <vt:lpstr>Összefoglalás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Projekt – Tic-Tac-Toe</dc:title>
  <dc:subject/>
  <dc:creator>Kovács Richárd 319</dc:creator>
  <cp:keywords/>
  <dc:description>generated using python-pptx</dc:description>
  <cp:lastModifiedBy>Kovács Richárd 319</cp:lastModifiedBy>
  <cp:revision>3</cp:revision>
  <dcterms:created xsi:type="dcterms:W3CDTF">2013-01-27T09:14:16Z</dcterms:created>
  <dcterms:modified xsi:type="dcterms:W3CDTF">2025-11-20T12:14:16Z</dcterms:modified>
  <cp:category/>
</cp:coreProperties>
</file>